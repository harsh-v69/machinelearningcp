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4FC8"/>
                </a:solidFill>
                <a:latin typeface="Calibri"/>
              </a:rPr>
              <a:t>CP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Adaptive Graph Validation and Solver Selection for Plan-Graph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An LLM-free extension of TAPE (Tool-Guided Adaptive Planning and Constrained Execution)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Subject: Machine Learning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Guide: Dr. Premanand P Ghadekar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Group 3, Year 3, Semester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Group members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Divyanshu Gajbhiye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Vidhi Hadoltikar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Harshvardhan Rawat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Nirmit Hatti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Introduction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Long-horizon planning is hard for language-model agents: a single plan often fails midway.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TAPE (Jeong et al., 2026) generates several candidate plans, merges them into one plan graph, picks a path with an external solver (ILP), executes it, and replans when reality differs.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A plan graph is only as good as the plans behind it, and the solver is fixed in advance.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Our project adds a checking and selection layer on top of the TAPE pipeline: validate moves, learn from failures, score moves, and choose the solver per task.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Tested on four benchmark families: Sokoban, River Crossing, Rush Hour and Boxoban.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Motivation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Nothing in TAPE checks a proposed move against the real rules before it is trusted.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Errors are found only after execution, as a mismatch.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One solver is used for every task, whether or not it is needed.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Past failures are forgotten between episodes.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What goes wrong without a checker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River Crossing: a plan can reach the goal while breaking the safety rule on the way.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Sokoban: a box pushed into a corner can never be recovered.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Rush Hour: two blocked vehicles can seal a row.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Our measurements show the plain pipeline reaching the River Crossing goal every time, but never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Literature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4747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 for our project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ReAct (Yao et al.,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Interleave reasoning and actions with an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plan-level check before acting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Tree of Thoughts (Yao et al., 2023)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Search over a tree of reasoning steps with backtracking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Tree, not a merged graph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Graph of Thoughts (Besta et al.,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Thoughts as a graph; paths merge and reuse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environment-rule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Reflexion (Shinn et al., 2023)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Learn from failures through verbal feedback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Feedback is text, not a per-move confidence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Plan-and-Solve, ReWOO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Separate planning from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Single plan, no solver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TAPE (Jeong et al., 2026)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Plan graph, external solver, constrained execution, replanning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Unchecked graph; fixed solver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A* (Hart et al., 1968)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Heuristic shortest-path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Used here as the alternative selector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Sokoban / Rush Hour complexity (Culberson 1997; Flake and Baum 2002)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Both puzzles are PSPACE-complete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Hard, structured test beds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Reproduce the core TAPE pipeline as a baseline: plans, plan graph, solver, constrained execution, replanning.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Validate states and transitions against environment rules before trusting them: reject the impossible, downweight the uncertain.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Use execution feedback to raise or lower confidence in later episodes.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Define a dynamic score for each move from goal progress, confidence and remaining budget.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Choose between A* and a constraint solver per task instead of always using one.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Compare every extension with the baseline through controlled experiments and ablations.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Project Flow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74320" y="2286000"/>
            <a:ext cx="1463040" cy="10972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Environment</a:t>
            </a:r>
          </a:p>
          <a:p>
            <a:pPr algn="ctr"/>
            <a:r>
              <a:rPr sz="1000">
                <a:solidFill>
                  <a:srgbClr val="5A5A5A"/>
                </a:solidFill>
                <a:latin typeface="Calibri"/>
              </a:rPr>
              <a:t>state and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Propose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candidate plans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834640"/>
            <a:ext cx="36576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79476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Merge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plan graph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Check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validator + memory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5780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7804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Choose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score + A* / CP-SAT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Run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execute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4108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332719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561319" y="2286000"/>
            <a:ext cx="1188720" cy="10972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Validated path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0" y="3383280"/>
            <a:ext cx="0" cy="82296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834639" y="4206240"/>
            <a:ext cx="6766561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834639" y="3383280"/>
            <a:ext cx="0" cy="82296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59" y="4297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Mismatch: record the failure, replan from the real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Phase 1: Propose, Merge, Run.  Phase 2 and 3: Check (rules, then memory of past failures).  Phase 4 and 5: Choose (move score, then A* or CP-SAT).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Proposers are synthetic programs; no language model is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Algorithm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258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onsolas"/>
              </a:rPr>
              <a:t>for each episode, from the current real state: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plans  = proposer(state)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graph  = merge(plans)       # equal states share a node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for each move in graph: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v    = validator(state, move)   # reject | accept(conf)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conf = v.conf * experience(state, move)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cost = score(progress, conf, budget)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path = A* if one piece moves else CP-SAT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execute(path)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on mismatch: record failure, replan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Key formulas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82880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Move cost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cost = step + 1.5 x regression + 4.0 x (1 - confidence) + 2.0 x (steps used / budget)^2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Experience confidence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(successes + 1) / (successes + failures + 2)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Solver rule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one movable piece: A*; several pieces: CP-SAT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Coding Progress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Target for this review: 40%. Completed: all five pipeline phases and the evaluation experiments.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675120"/>
                <a:gridCol w="16459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was coded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  TAPE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Environment interface, plan graph, CP-SAT solver, constrained execution, replanning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  Graph validation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Rule checkers: Sokoban corners, River Crossing safety, Rush Hour gridlock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  Self-improving 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SQLite experience store with smoothed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4  Dynamic score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Per-move cost from progress, confidence and budget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  Adaptive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A* and CP-SAT, chosen by task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  Evaluation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Ablation, memory test, weight tuning, proposer sweep, Boxoban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Core 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About 1,600 lines in src/tape, 1,050 in experiments, 750 in tests. 66 automated tests pass. Code: github.com/Harsh-v69/MachineLearningCP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Coding: Key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FC8"/>
                </a:solidFill>
                <a:latin typeface="Calibri"/>
              </a:rPr>
              <a:t>Validator, Sokoban (simplified)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for box in moved_boxes: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box in goals: continue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is_corner(box):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reject("corner deadlock")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against_wall(box):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accept(conf=0.5)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return accept(conf=1.0)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Rejected moves never enter the plan graph. Doubtful moves stay in, but cost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FC8"/>
                </a:solidFill>
                <a:latin typeface="Calibri"/>
              </a:rPr>
              <a:t>Adaptive solver choice (simplified)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def decide_method(level, graph):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level.complexity(graph.start) &gt; 1: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CP_SAT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return ASTAR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Every game implements one interface: ACTIONS, step, is_goal, heuristic, complexity, render. A new game plugs in without touching the pipeline.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Benchmarks: Sokoban (4 levels), River Crossing, Rush Hour, Boxoban (3,000 real levels).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Safety and Speed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Ablation, 30 episodes per cell, 15% slip, synthetic proposer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Safe success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Baseline (no checker)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With validator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Goal reached,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 (unsafely)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55448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Planning time (ms)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Always CP-SAT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Adaptive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1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62.1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2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36.1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Safe success means the goal was reached and no move broke a rule, judged by an independent auditor.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The validator turns unsafe successes into safe ones. The adaptive solver saves time where one piece moves and ties elsewhere.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Hard Sokoban stays near 53% in every configuration: our extensions do not change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Boxoban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Share of 1,000 real levels per set solved within a node budget: no pruning vs with checker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Nodes per search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Unfiltered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Hard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57% vs 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14% vs 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6% vs 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73% vs 82%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29% vs 45%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16% vs 29%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84% vs 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46% vs 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27% vs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92% vs 96%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61% vs 82%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44% vs 70%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95% vs 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71% vs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54% vs 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The checker wins in all 15 cells, with non-overlapping 95% intervals. It never missed a level the other search solved.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It also expands 20% to 25% fewer nodes. Pruning dead corners is standard in Sokoban solvers; this shows our checker works as one on real levels.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Memory, Tuning, Limits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Experience store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Change in replans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1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-0.56 +/- 0.18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-0.54 +/- 0.15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-0.17 +/- 0.11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2 boxes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+0.06 +/- 0.03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Memory helps when failures depend on the state and the candidates contain a detour. Negative is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What the data does not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Proposers are synthetic: no language model was 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 checker filters plans; it cannot invent one.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Tuning the cost weights (80-point grid, held-out check) found nothing better than the defaults.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Merging plans did not shorten paths: cost, not move count, is minimized.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With a decent proposer, goal-reach rate barely changes; the value is safety and fewer wasted replans.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  <a:latin typeface="Calibri"/>
              </a:rPr>
              <a:t>•  We built a checking and selection layer on the TAPE pipeline and tested it on four benchmark families.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  <a:latin typeface="Calibri"/>
              </a:rPr>
              <a:t>•  Rule checking makes plans safe (River Crossing 0% to 100% safe) and makes search solve more real levels (Boxoban, up to 28 points).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  <a:latin typeface="Calibri"/>
              </a:rPr>
              <a:t>•  Choosing A* or CP-SAT per task cuts planning time where one piece moves.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  <a:latin typeface="Calibri"/>
              </a:rPr>
              <a:t>•  Remembering failures reduces replans, but only when failures are state-dependent.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A learned, non-LLM proposer with realistic errors; more Boxoban files and a second checker rule.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Write up the results as a paper (draft in progress).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[1] J. Jeong, J. Kim, K. Lee, "TAPE: Tool-Guided Adaptive Planning and Constrained Execution in Language Model Agents," arXiv:2602.19633, 2026.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[2] S. Yao et al., "ReAct: Synergizing Reasoning and Acting in Language Models," arXiv:2210.03629, 2022.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[3] S. Yao et al., "Tree of Thoughts: Deliberate Problem Solving with Large Language Models," arXiv:2305.10601, 2023.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[4] M. Besta et al., "Graph of Thoughts: Solving Elaborate Problems with Large Language Models," arXiv:2308.09687, 2023.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[5] N. Shinn et al., "Reflexion: Language Agents with Verbal Reinforcement Learning," arXiv:2303.11366, 2023.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[6] T. Schick et al., "Toolformer: Language Models Can Teach Themselves to Use Tools," arXiv:2302.04761, 2023.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[7] J. Wei et al., "Chain-of-Thought Prompting Elicits Reasoning in Large Language Models," arXiv:2201.11903, 2022.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[8] L. Wang et al., "Plan-and-Solve Prompting," arXiv:2305.04091, 2023.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8016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[9] B. Xu et al., "ReWOO: Decoupling Reasoning from Observations for Efficient Augmented Language Models," arXiv:2305.18323, 2023.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[10] M. Shridhar et al., "ALFWorld: Aligning Text and Embodied Environments for Interactive Learning," arXiv:2010.03768, 2020.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[11] H. Trivedi et al., "MuSiQue: Multihop Questions via Single-hop Question Composition," arXiv:2108.00573, 2021.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[12] K. Cobbe et al., "Training Verifiers to Solve Math Word Problems," arXiv:2110.14168, 2021.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[13] P. Hart, N. Nilsson, B. Raphael, "A Formal Basis for the Heuristic Determination of Minimum Cost Paths," IEEE Trans. Systems Science and Cybernetics, 1968.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[14] J. Culberson, "Sokoban is PSPACE-complete," Tech. Rep. TR97-02, Univ. of Alberta, 1997.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[15] G. W. Flake, E. B. Baum, "Rush Hour is PSPACE-complete," Theoretical Computer Science 270(1-2):895-911, 2002.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[16] DeepMind, "Boxoban levels," github.com/google-deepmind/boxoban-levels.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[17] L. Perron, V. Furnon, "OR-Tools," Google, developers.google.com/optimization.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